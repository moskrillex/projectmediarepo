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c13ce1e28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dc13ce1e28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g"/><Relationship Id="rId3" Type="http://schemas.openxmlformats.org/officeDocument/2006/relationships/image" Target="../media/image7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7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248400" y="2819400"/>
            <a:ext cx="50292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248400" y="4270248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678872" y="694932"/>
            <a:ext cx="10827328" cy="985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678872" y="1830774"/>
            <a:ext cx="10827328" cy="4332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5">
  <p:cSld name="Content 5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678872" y="1388700"/>
            <a:ext cx="3859262" cy="4083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5156010" y="1389134"/>
            <a:ext cx="6357117" cy="4083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2">
  <p:cSld name="Content with Picture 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678872" y="5012268"/>
            <a:ext cx="3953296" cy="112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5"/>
          <p:cNvPicPr preferRelativeResize="0"/>
          <p:nvPr>
            <p:ph idx="2" type="pic"/>
          </p:nvPr>
        </p:nvPicPr>
        <p:blipFill/>
        <p:spPr>
          <a:xfrm>
            <a:off x="678871" y="685800"/>
            <a:ext cx="10827330" cy="394019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-9803" l="0" r="0" t="-44690"/>
            </a:stretch>
          </a:blipFill>
          <a:ln>
            <a:noFill/>
          </a:ln>
        </p:spPr>
      </p:pic>
      <p:sp>
        <p:nvSpPr>
          <p:cNvPr id="33" name="Google Shape;33;p5"/>
          <p:cNvSpPr txBox="1"/>
          <p:nvPr>
            <p:ph idx="1" type="body"/>
          </p:nvPr>
        </p:nvSpPr>
        <p:spPr>
          <a:xfrm>
            <a:off x="5156009" y="5012267"/>
            <a:ext cx="6350191" cy="1150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78871" y="694932"/>
            <a:ext cx="10827330" cy="985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86122" y="2057399"/>
            <a:ext cx="5140007" cy="4119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365872" y="2057399"/>
            <a:ext cx="5140328" cy="4119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ith Picture">
  <p:cSld name="Agenda with Pictur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5841999" y="687492"/>
            <a:ext cx="5662508" cy="20176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6" name="Google Shape;46;p7"/>
          <p:cNvPicPr preferRelativeResize="0"/>
          <p:nvPr>
            <p:ph idx="2" type="pic"/>
          </p:nvPr>
        </p:nvPicPr>
        <p:blipFill/>
        <p:spPr>
          <a:xfrm>
            <a:off x="687493" y="687492"/>
            <a:ext cx="4516298" cy="548301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57968" r="-57968" t="0"/>
            </a:stretch>
          </a:blipFill>
          <a:ln>
            <a:noFill/>
          </a:ln>
        </p:spPr>
      </p:pic>
      <p:sp>
        <p:nvSpPr>
          <p:cNvPr id="47" name="Google Shape;47;p7"/>
          <p:cNvSpPr txBox="1"/>
          <p:nvPr>
            <p:ph idx="1" type="body"/>
          </p:nvPr>
        </p:nvSpPr>
        <p:spPr>
          <a:xfrm>
            <a:off x="5841999" y="2997200"/>
            <a:ext cx="5662508" cy="3165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rabicPeriod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AutoNum type="arabicPeriod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AutoNum type="arabicPeriod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AutoNum type="arabicPeriod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ctrTitle"/>
          </p:nvPr>
        </p:nvSpPr>
        <p:spPr>
          <a:xfrm>
            <a:off x="6096000" y="3071529"/>
            <a:ext cx="52578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6096000" y="5257800"/>
            <a:ext cx="5257800" cy="78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Title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ctrTitle"/>
          </p:nvPr>
        </p:nvSpPr>
        <p:spPr>
          <a:xfrm>
            <a:off x="678870" y="1142999"/>
            <a:ext cx="4807529" cy="31886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veni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subTitle"/>
          </p:nvPr>
        </p:nvSpPr>
        <p:spPr>
          <a:xfrm>
            <a:off x="678870" y="4560236"/>
            <a:ext cx="4807529" cy="78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">
  <p:cSld name="Title with Pictur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ctrTitle"/>
          </p:nvPr>
        </p:nvSpPr>
        <p:spPr>
          <a:xfrm>
            <a:off x="6058619" y="609601"/>
            <a:ext cx="5447581" cy="3768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veni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" type="subTitle"/>
          </p:nvPr>
        </p:nvSpPr>
        <p:spPr>
          <a:xfrm>
            <a:off x="6058618" y="4662326"/>
            <a:ext cx="5447582" cy="1586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0" name="Google Shape;60;p10"/>
          <p:cNvPicPr preferRelativeResize="0"/>
          <p:nvPr>
            <p:ph idx="2" type="pic"/>
          </p:nvPr>
        </p:nvPicPr>
        <p:blipFill/>
        <p:spPr>
          <a:xfrm>
            <a:off x="678871" y="609600"/>
            <a:ext cx="4935358" cy="5638800"/>
          </a:xfrm>
          <a:prstGeom prst="rect">
            <a:avLst/>
          </a:prstGeom>
          <a:blipFill rotWithShape="1">
            <a:blip r:embed="rId3">
              <a:alphaModFix amt="60000"/>
            </a:blip>
            <a:stretch>
              <a:fillRect b="0" l="-50200" r="-50200" t="0"/>
            </a:stretch>
          </a:blipFill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2">
  <p:cSld name="Title with Pictur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ctrTitle"/>
          </p:nvPr>
        </p:nvSpPr>
        <p:spPr>
          <a:xfrm>
            <a:off x="678871" y="529496"/>
            <a:ext cx="1082733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veni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" type="subTitle"/>
          </p:nvPr>
        </p:nvSpPr>
        <p:spPr>
          <a:xfrm>
            <a:off x="678871" y="5337048"/>
            <a:ext cx="10827329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4" name="Google Shape;64;p11"/>
          <p:cNvPicPr preferRelativeResize="0"/>
          <p:nvPr>
            <p:ph idx="2" type="pic"/>
          </p:nvPr>
        </p:nvPicPr>
        <p:blipFill/>
        <p:spPr>
          <a:xfrm>
            <a:off x="678871" y="2019299"/>
            <a:ext cx="10827330" cy="2819402"/>
          </a:xfrm>
          <a:prstGeom prst="rect">
            <a:avLst/>
          </a:prstGeom>
          <a:blipFill rotWithShape="1">
            <a:blip r:embed="rId3">
              <a:alphaModFix amt="60000"/>
            </a:blip>
            <a:stretch>
              <a:fillRect b="-47188" l="0" r="0" t="-71620"/>
            </a:stretch>
          </a:blipFill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3">
  <p:cSld name="Title with Picture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ctrTitle"/>
          </p:nvPr>
        </p:nvSpPr>
        <p:spPr>
          <a:xfrm>
            <a:off x="6324600" y="609600"/>
            <a:ext cx="5188529" cy="495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veni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" type="subTitle"/>
          </p:nvPr>
        </p:nvSpPr>
        <p:spPr>
          <a:xfrm>
            <a:off x="6318504" y="5867400"/>
            <a:ext cx="5188529" cy="377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8" name="Google Shape;68;p12"/>
          <p:cNvPicPr preferRelativeResize="0"/>
          <p:nvPr>
            <p:ph idx="2" type="pic"/>
          </p:nvPr>
        </p:nvPicPr>
        <p:blipFill/>
        <p:spPr>
          <a:xfrm>
            <a:off x="678871" y="609600"/>
            <a:ext cx="4935358" cy="5638800"/>
          </a:xfrm>
          <a:prstGeom prst="rect">
            <a:avLst/>
          </a:prstGeom>
          <a:blipFill rotWithShape="1">
            <a:blip r:embed="rId3">
              <a:alphaModFix amt="60000"/>
            </a:blip>
            <a:stretch>
              <a:fillRect b="0" l="-50200" r="-50200" t="0"/>
            </a:stretch>
          </a:blipFill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4">
  <p:cSld name="Title with Picture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ctrTitle"/>
          </p:nvPr>
        </p:nvSpPr>
        <p:spPr>
          <a:xfrm>
            <a:off x="651450" y="4038601"/>
            <a:ext cx="658755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veni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" type="subTitle"/>
          </p:nvPr>
        </p:nvSpPr>
        <p:spPr>
          <a:xfrm>
            <a:off x="7848600" y="4038601"/>
            <a:ext cx="3657600" cy="2209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2" name="Google Shape;72;p13"/>
          <p:cNvPicPr preferRelativeResize="0"/>
          <p:nvPr>
            <p:ph idx="2" type="pic"/>
          </p:nvPr>
        </p:nvPicPr>
        <p:blipFill/>
        <p:spPr>
          <a:xfrm>
            <a:off x="678870" y="609598"/>
            <a:ext cx="10827330" cy="2819402"/>
          </a:xfrm>
          <a:prstGeom prst="rect">
            <a:avLst/>
          </a:prstGeom>
          <a:blipFill rotWithShape="1">
            <a:blip r:embed="rId3">
              <a:alphaModFix amt="60000"/>
            </a:blip>
            <a:stretch>
              <a:fillRect b="-32325" l="0" r="0" t="-86484"/>
            </a:stretch>
          </a:blipFill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ctrTitle"/>
          </p:nvPr>
        </p:nvSpPr>
        <p:spPr>
          <a:xfrm>
            <a:off x="2161514" y="2476500"/>
            <a:ext cx="786897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 Heade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2161514" y="2476500"/>
            <a:ext cx="786897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4572000" y="1340668"/>
            <a:ext cx="6932507" cy="11358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4571999" y="2743200"/>
            <a:ext cx="6932508" cy="3419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rabicPeriod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AutoNum type="arabicPeriod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AutoNum type="arabicPeriod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AutoNum type="arabicPeriod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5708024" y="855636"/>
            <a:ext cx="5796484" cy="10707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5708024" y="2057400"/>
            <a:ext cx="579817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3505380" y="6346745"/>
            <a:ext cx="17623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5350612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685800" y="1385287"/>
            <a:ext cx="4973865" cy="1470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6324600" y="1385287"/>
            <a:ext cx="5181600" cy="3491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">
  <p:cSld name="Content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678871" y="720333"/>
            <a:ext cx="7208520" cy="575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704084" y="1600200"/>
            <a:ext cx="5735507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0" type="dt"/>
          </p:nvPr>
        </p:nvSpPr>
        <p:spPr>
          <a:xfrm>
            <a:off x="3785216" y="6343954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6082179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6">
  <p:cSld name="Content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685799" y="1050111"/>
            <a:ext cx="3425026" cy="3977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800600" y="1050111"/>
            <a:ext cx="6705601" cy="4940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0" type="dt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7">
  <p:cSld name="Content 7"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685798" y="685799"/>
            <a:ext cx="3276601" cy="5477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4648201" y="685800"/>
            <a:ext cx="6858000" cy="5477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">
  <p:cSld name="Content with Picture 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8888060" y="687494"/>
            <a:ext cx="2618139" cy="20176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22"/>
          <p:cNvPicPr preferRelativeResize="0"/>
          <p:nvPr>
            <p:ph idx="2" type="pic"/>
          </p:nvPr>
        </p:nvPicPr>
        <p:blipFill/>
        <p:spPr>
          <a:xfrm>
            <a:off x="677171" y="687492"/>
            <a:ext cx="7500648" cy="5483013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15011" r="-15011" t="0"/>
            </a:stretch>
          </a:blipFill>
          <a:ln>
            <a:noFill/>
          </a:ln>
        </p:spPr>
      </p:pic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8889055" y="2983064"/>
            <a:ext cx="2625774" cy="3187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3">
  <p:cSld name="Content with Picture 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678872" y="685800"/>
            <a:ext cx="3953296" cy="112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5156009" y="685800"/>
            <a:ext cx="6350191" cy="1150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22" name="Google Shape;122;p23"/>
          <p:cNvPicPr preferRelativeResize="0"/>
          <p:nvPr>
            <p:ph idx="2" type="pic"/>
          </p:nvPr>
        </p:nvPicPr>
        <p:blipFill/>
        <p:spPr>
          <a:xfrm>
            <a:off x="678871" y="2212152"/>
            <a:ext cx="10827330" cy="394019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-8129" l="0" r="0" t="-46363"/>
            </a:stretch>
          </a:blipFill>
          <a:ln>
            <a:noFill/>
          </a:ln>
        </p:spPr>
      </p:pic>
      <p:sp>
        <p:nvSpPr>
          <p:cNvPr id="123" name="Google Shape;123;p23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4">
  <p:cSld name="Content with Picture 4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5841999" y="687492"/>
            <a:ext cx="5662508" cy="20176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8" name="Google Shape;128;p24"/>
          <p:cNvPicPr preferRelativeResize="0"/>
          <p:nvPr>
            <p:ph idx="2" type="pic"/>
          </p:nvPr>
        </p:nvPicPr>
        <p:blipFill/>
        <p:spPr>
          <a:xfrm>
            <a:off x="687494" y="687492"/>
            <a:ext cx="4516298" cy="548301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57968" r="-57968" t="0"/>
            </a:stretch>
          </a:blipFill>
          <a:ln>
            <a:noFill/>
          </a:ln>
        </p:spPr>
      </p:pic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5841999" y="2997200"/>
            <a:ext cx="5662508" cy="3165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venir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venir"/>
              <a:buNone/>
              <a:defRPr sz="105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venir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5">
  <p:cSld name="Content with Picture 5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687494" y="687492"/>
            <a:ext cx="6308414" cy="20176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687494" y="2997200"/>
            <a:ext cx="6308414" cy="3165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venir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venir"/>
              <a:buNone/>
              <a:defRPr sz="105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venir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6" name="Google Shape;136;p25"/>
          <p:cNvPicPr preferRelativeResize="0"/>
          <p:nvPr>
            <p:ph idx="2" type="pic"/>
          </p:nvPr>
        </p:nvPicPr>
        <p:blipFill/>
        <p:spPr>
          <a:xfrm>
            <a:off x="7626407" y="687492"/>
            <a:ext cx="3878100" cy="548301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75736" r="-75736" t="0"/>
            </a:stretch>
          </a:blipFill>
          <a:ln>
            <a:noFill/>
          </a:ln>
        </p:spPr>
      </p:pic>
      <p:sp>
        <p:nvSpPr>
          <p:cNvPr id="137" name="Google Shape;137;p25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6">
  <p:cSld name="Content with Picture 6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5841522" y="687494"/>
            <a:ext cx="5662983" cy="104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2" name="Google Shape;142;p26"/>
          <p:cNvPicPr preferRelativeResize="0"/>
          <p:nvPr>
            <p:ph idx="2" type="pic"/>
          </p:nvPr>
        </p:nvPicPr>
        <p:blipFill/>
        <p:spPr>
          <a:xfrm>
            <a:off x="678871" y="687492"/>
            <a:ext cx="4452410" cy="5483013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59519" r="-59519" t="0"/>
            </a:stretch>
          </a:blipFill>
          <a:ln>
            <a:noFill/>
          </a:ln>
        </p:spPr>
      </p:pic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5841522" y="2053560"/>
            <a:ext cx="5671607" cy="4116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7">
  <p:cSld name="Content with Picture 7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679869" y="687494"/>
            <a:ext cx="6318225" cy="104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678871" y="2053560"/>
            <a:ext cx="6327847" cy="4116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0" name="Google Shape;150;p27"/>
          <p:cNvPicPr preferRelativeResize="0"/>
          <p:nvPr>
            <p:ph idx="2" type="pic"/>
          </p:nvPr>
        </p:nvPicPr>
        <p:blipFill/>
        <p:spPr>
          <a:xfrm>
            <a:off x="7707542" y="687492"/>
            <a:ext cx="3805587" cy="5483013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67195" r="-67195" t="0"/>
            </a:stretch>
          </a:blipFill>
          <a:ln>
            <a:noFill/>
          </a:ln>
        </p:spPr>
      </p:pic>
      <p:sp>
        <p:nvSpPr>
          <p:cNvPr id="151" name="Google Shape;151;p27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8">
  <p:cSld name="Content with Picture 8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678871" y="3880757"/>
            <a:ext cx="2978729" cy="2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6" name="Google Shape;156;p28"/>
          <p:cNvPicPr preferRelativeResize="0"/>
          <p:nvPr>
            <p:ph idx="2" type="pic"/>
          </p:nvPr>
        </p:nvPicPr>
        <p:blipFill/>
        <p:spPr>
          <a:xfrm>
            <a:off x="678871" y="732115"/>
            <a:ext cx="10827329" cy="271121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-39990" l="0" r="0" t="-84533"/>
            </a:stretch>
          </a:blipFill>
          <a:ln>
            <a:noFill/>
          </a:ln>
        </p:spPr>
      </p:pic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4122370" y="3880758"/>
            <a:ext cx="7404607" cy="2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9">
  <p:cSld name="Content with Picture 9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678872" y="685800"/>
            <a:ext cx="3443498" cy="233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4613267" y="685800"/>
            <a:ext cx="6892933" cy="2330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4" name="Google Shape;164;p29"/>
          <p:cNvPicPr preferRelativeResize="0"/>
          <p:nvPr>
            <p:ph idx="2" type="pic"/>
          </p:nvPr>
        </p:nvPicPr>
        <p:blipFill/>
        <p:spPr>
          <a:xfrm>
            <a:off x="678871" y="3636524"/>
            <a:ext cx="10827329" cy="2513999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-49355" l="0" r="0" t="-94494"/>
            </a:stretch>
          </a:blipFill>
          <a:ln>
            <a:noFill/>
          </a:ln>
        </p:spPr>
      </p:pic>
      <p:sp>
        <p:nvSpPr>
          <p:cNvPr id="165" name="Google Shape;165;p29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9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0">
  <p:cSld name="Content with Picture 10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678871" y="685800"/>
            <a:ext cx="10827330" cy="985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0" name="Google Shape;170;p30"/>
          <p:cNvPicPr preferRelativeResize="0"/>
          <p:nvPr>
            <p:ph idx="2" type="pic"/>
          </p:nvPr>
        </p:nvPicPr>
        <p:blipFill/>
        <p:spPr>
          <a:xfrm>
            <a:off x="678871" y="1830774"/>
            <a:ext cx="6560129" cy="4332284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8731" r="-8731" t="0"/>
            </a:stretch>
          </a:blipFill>
          <a:ln>
            <a:noFill/>
          </a:ln>
        </p:spPr>
      </p:pic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7848599" y="1830773"/>
            <a:ext cx="3657601" cy="4332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30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0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1">
  <p:cSld name="Content with Picture 1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678871" y="685800"/>
            <a:ext cx="10827330" cy="985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7" name="Google Shape;177;p31"/>
          <p:cNvPicPr preferRelativeResize="0"/>
          <p:nvPr>
            <p:ph idx="2" type="pic"/>
          </p:nvPr>
        </p:nvPicPr>
        <p:blipFill/>
        <p:spPr>
          <a:xfrm>
            <a:off x="678871" y="1830774"/>
            <a:ext cx="5112329" cy="4332284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25362" r="-25362" t="0"/>
            </a:stretch>
          </a:blipFill>
          <a:ln>
            <a:noFill/>
          </a:ln>
        </p:spPr>
      </p:pic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6362821" y="1830773"/>
            <a:ext cx="5143379" cy="4332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31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1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1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2">
  <p:cSld name="Content with Picture 12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678871" y="685800"/>
            <a:ext cx="4274130" cy="1269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4" name="Google Shape;184;p32"/>
          <p:cNvPicPr preferRelativeResize="0"/>
          <p:nvPr>
            <p:ph idx="2" type="pic"/>
          </p:nvPr>
        </p:nvPicPr>
        <p:blipFill/>
        <p:spPr>
          <a:xfrm>
            <a:off x="678871" y="2173850"/>
            <a:ext cx="4274130" cy="3963682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32473" r="-32473" t="0"/>
            </a:stretch>
          </a:blipFill>
          <a:ln>
            <a:noFill/>
          </a:ln>
        </p:spPr>
      </p:pic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5573333" y="685800"/>
            <a:ext cx="5932867" cy="5477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32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2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2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3">
  <p:cSld name="Content with Picture 1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4781763" y="687493"/>
            <a:ext cx="6724438" cy="1446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1" name="Google Shape;191;p33"/>
          <p:cNvPicPr preferRelativeResize="0"/>
          <p:nvPr>
            <p:ph idx="2" type="pic"/>
          </p:nvPr>
        </p:nvPicPr>
        <p:blipFill/>
        <p:spPr>
          <a:xfrm>
            <a:off x="678871" y="687492"/>
            <a:ext cx="3435929" cy="548301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91916" r="-91916" t="0"/>
            </a:stretch>
          </a:blipFill>
          <a:ln>
            <a:noFill/>
          </a:ln>
        </p:spPr>
      </p:pic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4783374" y="2419354"/>
            <a:ext cx="6714213" cy="3743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33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3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3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4">
  <p:cSld name="Content with Picture 14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676275" y="687493"/>
            <a:ext cx="7379174" cy="1446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678871" y="2419354"/>
            <a:ext cx="7367953" cy="3743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9" name="Google Shape;199;p34"/>
          <p:cNvPicPr preferRelativeResize="0"/>
          <p:nvPr>
            <p:ph idx="2" type="pic"/>
          </p:nvPr>
        </p:nvPicPr>
        <p:blipFill/>
        <p:spPr>
          <a:xfrm>
            <a:off x="8724022" y="687492"/>
            <a:ext cx="2789107" cy="548301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124825" r="-124825" t="0"/>
            </a:stretch>
          </a:blipFill>
          <a:ln>
            <a:noFill/>
          </a:ln>
        </p:spPr>
      </p:pic>
      <p:sp>
        <p:nvSpPr>
          <p:cNvPr id="200" name="Google Shape;200;p34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4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4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5">
  <p:cSld name="Content with Picture 15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754218" y="687493"/>
            <a:ext cx="7758911" cy="988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5" name="Google Shape;205;p35"/>
          <p:cNvPicPr preferRelativeResize="0"/>
          <p:nvPr>
            <p:ph idx="2" type="pic"/>
          </p:nvPr>
        </p:nvPicPr>
        <p:blipFill/>
        <p:spPr>
          <a:xfrm>
            <a:off x="687494" y="687492"/>
            <a:ext cx="2360507" cy="548301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156577" r="-156577" t="0"/>
            </a:stretch>
          </a:blipFill>
          <a:ln>
            <a:noFill/>
          </a:ln>
        </p:spPr>
      </p:pic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3754218" y="1953528"/>
            <a:ext cx="7750288" cy="4209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35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5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5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6">
  <p:cSld name="Content with Picture 16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678131" y="687493"/>
            <a:ext cx="8424453" cy="988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678871" y="1953528"/>
            <a:ext cx="8415090" cy="4209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3" name="Google Shape;213;p36"/>
          <p:cNvPicPr preferRelativeResize="0"/>
          <p:nvPr>
            <p:ph idx="2" type="pic"/>
          </p:nvPr>
        </p:nvPicPr>
        <p:blipFill/>
        <p:spPr>
          <a:xfrm>
            <a:off x="9769355" y="687492"/>
            <a:ext cx="1722308" cy="548301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233126" r="-233126" t="0"/>
            </a:stretch>
          </a:blipFill>
          <a:ln>
            <a:noFill/>
          </a:ln>
        </p:spPr>
      </p:pic>
      <p:sp>
        <p:nvSpPr>
          <p:cNvPr id="214" name="Google Shape;214;p36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6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6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7">
  <p:cSld name="Content with Picture 17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678872" y="685800"/>
            <a:ext cx="2855064" cy="2972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9" name="Google Shape;219;p37"/>
          <p:cNvPicPr preferRelativeResize="0"/>
          <p:nvPr>
            <p:ph idx="2" type="pic"/>
          </p:nvPr>
        </p:nvPicPr>
        <p:blipFill/>
        <p:spPr>
          <a:xfrm>
            <a:off x="678870" y="3942324"/>
            <a:ext cx="2855065" cy="2206578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18732" r="-18732" t="0"/>
            </a:stretch>
          </a:blipFill>
          <a:ln>
            <a:noFill/>
          </a:ln>
        </p:spPr>
      </p:pic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4154267" y="687492"/>
            <a:ext cx="7348626" cy="5483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7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">
  <p:cSld name="Number Lar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678872" y="5027214"/>
            <a:ext cx="7620000" cy="1135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venir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1" type="body"/>
          </p:nvPr>
        </p:nvSpPr>
        <p:spPr>
          <a:xfrm>
            <a:off x="678872" y="2743201"/>
            <a:ext cx="5638800" cy="2284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800"/>
              <a:buNone/>
              <a:defRPr sz="13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 2">
  <p:cSld name="Number Larg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5562600" y="4800600"/>
            <a:ext cx="5943600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venir"/>
              <a:buNone/>
              <a:defRPr sz="200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9"/>
          <p:cNvSpPr txBox="1"/>
          <p:nvPr>
            <p:ph idx="1" type="body"/>
          </p:nvPr>
        </p:nvSpPr>
        <p:spPr>
          <a:xfrm>
            <a:off x="5562601" y="1676400"/>
            <a:ext cx="59436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800"/>
              <a:buNone/>
              <a:defRPr b="0" sz="13800">
                <a:latin typeface="Avenir"/>
                <a:ea typeface="Avenir"/>
                <a:cs typeface="Avenir"/>
                <a:sym typeface="Avenir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 3">
  <p:cSld name="Number Large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1860804" y="4191001"/>
            <a:ext cx="8470392" cy="1762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venir"/>
              <a:buNone/>
              <a:defRPr b="0" sz="20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0"/>
          <p:cNvSpPr txBox="1"/>
          <p:nvPr>
            <p:ph idx="1" type="body"/>
          </p:nvPr>
        </p:nvSpPr>
        <p:spPr>
          <a:xfrm>
            <a:off x="1860804" y="694935"/>
            <a:ext cx="8470392" cy="34960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800"/>
              <a:buNone/>
              <a:defRPr b="0" sz="13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1"/>
          <p:cNvSpPr txBox="1"/>
          <p:nvPr>
            <p:ph idx="1" type="body"/>
          </p:nvPr>
        </p:nvSpPr>
        <p:spPr>
          <a:xfrm>
            <a:off x="1539147" y="1830774"/>
            <a:ext cx="9113707" cy="3196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 cap="none"/>
            </a:lvl1pPr>
            <a:lvl2pPr indent="-228600" lvl="1" marL="9144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indent="-228600" lvl="2" marL="1371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3pPr>
            <a:lvl4pPr indent="-228600" lvl="3" marL="18288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4pPr>
            <a:lvl5pPr indent="-228600" lvl="4" marL="22860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Statement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/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2"/>
          <p:cNvSpPr txBox="1"/>
          <p:nvPr>
            <p:ph idx="1" type="body"/>
          </p:nvPr>
        </p:nvSpPr>
        <p:spPr>
          <a:xfrm>
            <a:off x="678871" y="1325691"/>
            <a:ext cx="7169728" cy="48373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Statement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/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43"/>
          <p:cNvSpPr txBox="1"/>
          <p:nvPr>
            <p:ph idx="1" type="body"/>
          </p:nvPr>
        </p:nvSpPr>
        <p:spPr>
          <a:xfrm>
            <a:off x="678871" y="720332"/>
            <a:ext cx="6702552" cy="4306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type="title"/>
          </p:nvPr>
        </p:nvSpPr>
        <p:spPr>
          <a:xfrm>
            <a:off x="5105400" y="544068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 sz="16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4"/>
          <p:cNvSpPr txBox="1"/>
          <p:nvPr>
            <p:ph idx="1" type="body"/>
          </p:nvPr>
        </p:nvSpPr>
        <p:spPr>
          <a:xfrm>
            <a:off x="5105400" y="1600200"/>
            <a:ext cx="6400800" cy="3332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latin typeface="Avenir"/>
                <a:ea typeface="Avenir"/>
                <a:cs typeface="Avenir"/>
                <a:sym typeface="Avenir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Quot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/>
          <p:nvPr>
            <p:ph type="title"/>
          </p:nvPr>
        </p:nvSpPr>
        <p:spPr>
          <a:xfrm>
            <a:off x="678872" y="5440354"/>
            <a:ext cx="5102352" cy="669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5"/>
          <p:cNvSpPr txBox="1"/>
          <p:nvPr>
            <p:ph idx="1" type="body"/>
          </p:nvPr>
        </p:nvSpPr>
        <p:spPr>
          <a:xfrm>
            <a:off x="678872" y="914400"/>
            <a:ext cx="5102352" cy="4206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latin typeface="Avenir"/>
                <a:ea typeface="Avenir"/>
                <a:cs typeface="Avenir"/>
                <a:sym typeface="Avenir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Quote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/>
          <p:nvPr>
            <p:ph type="title"/>
          </p:nvPr>
        </p:nvSpPr>
        <p:spPr>
          <a:xfrm>
            <a:off x="2895600" y="460248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 sz="16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6"/>
          <p:cNvSpPr txBox="1"/>
          <p:nvPr>
            <p:ph idx="1" type="body"/>
          </p:nvPr>
        </p:nvSpPr>
        <p:spPr>
          <a:xfrm>
            <a:off x="1466850" y="1143000"/>
            <a:ext cx="9258300" cy="2951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latin typeface="Avenir"/>
                <a:ea typeface="Avenir"/>
                <a:cs typeface="Avenir"/>
                <a:sym typeface="Avenir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>
            <p:ph type="title"/>
          </p:nvPr>
        </p:nvSpPr>
        <p:spPr>
          <a:xfrm>
            <a:off x="678870" y="694932"/>
            <a:ext cx="10827329" cy="985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7"/>
          <p:cNvSpPr txBox="1"/>
          <p:nvPr>
            <p:ph idx="1" type="body"/>
          </p:nvPr>
        </p:nvSpPr>
        <p:spPr>
          <a:xfrm>
            <a:off x="678870" y="1954766"/>
            <a:ext cx="5147410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 cap="none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4" name="Google Shape;254;p47"/>
          <p:cNvSpPr txBox="1"/>
          <p:nvPr>
            <p:ph idx="2" type="body"/>
          </p:nvPr>
        </p:nvSpPr>
        <p:spPr>
          <a:xfrm>
            <a:off x="6365774" y="1954766"/>
            <a:ext cx="5141914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 cap="none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5" name="Google Shape;255;p47"/>
          <p:cNvSpPr txBox="1"/>
          <p:nvPr>
            <p:ph idx="3" type="body"/>
          </p:nvPr>
        </p:nvSpPr>
        <p:spPr>
          <a:xfrm>
            <a:off x="680459" y="2788468"/>
            <a:ext cx="5145670" cy="3388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47"/>
          <p:cNvSpPr txBox="1"/>
          <p:nvPr>
            <p:ph idx="4" type="body"/>
          </p:nvPr>
        </p:nvSpPr>
        <p:spPr>
          <a:xfrm>
            <a:off x="6365871" y="2788468"/>
            <a:ext cx="5140177" cy="3388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47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7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7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8"/>
          <p:cNvSpPr txBox="1"/>
          <p:nvPr>
            <p:ph type="title"/>
          </p:nvPr>
        </p:nvSpPr>
        <p:spPr>
          <a:xfrm>
            <a:off x="678872" y="694932"/>
            <a:ext cx="10827328" cy="985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8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8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8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 type="blank">
  <p:cSld name="BLANK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9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9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9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0"/>
          <p:cNvSpPr txBox="1"/>
          <p:nvPr>
            <p:ph type="title"/>
          </p:nvPr>
        </p:nvSpPr>
        <p:spPr>
          <a:xfrm>
            <a:off x="685802" y="685800"/>
            <a:ext cx="3962398" cy="161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50"/>
          <p:cNvSpPr txBox="1"/>
          <p:nvPr>
            <p:ph idx="1" type="body"/>
          </p:nvPr>
        </p:nvSpPr>
        <p:spPr>
          <a:xfrm>
            <a:off x="685801" y="2590800"/>
            <a:ext cx="3962399" cy="357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50"/>
          <p:cNvSpPr txBox="1"/>
          <p:nvPr>
            <p:ph idx="2" type="body"/>
          </p:nvPr>
        </p:nvSpPr>
        <p:spPr>
          <a:xfrm>
            <a:off x="5134708" y="685800"/>
            <a:ext cx="6371491" cy="5468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1"/>
          <p:cNvSpPr txBox="1"/>
          <p:nvPr>
            <p:ph type="title"/>
          </p:nvPr>
        </p:nvSpPr>
        <p:spPr>
          <a:xfrm>
            <a:off x="678871" y="685800"/>
            <a:ext cx="4242643" cy="1624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51"/>
          <p:cNvSpPr txBox="1"/>
          <p:nvPr>
            <p:ph idx="1" type="body"/>
          </p:nvPr>
        </p:nvSpPr>
        <p:spPr>
          <a:xfrm>
            <a:off x="680679" y="2826137"/>
            <a:ext cx="4230787" cy="3336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276" name="Google Shape;276;p51"/>
          <p:cNvPicPr preferRelativeResize="0"/>
          <p:nvPr>
            <p:ph idx="2" type="pic"/>
          </p:nvPr>
        </p:nvPicPr>
        <p:blipFill/>
        <p:spPr>
          <a:xfrm>
            <a:off x="5340483" y="698756"/>
            <a:ext cx="6165717" cy="5442639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28837" r="-28837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>
  <p:cSld name="Conclus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2"/>
          <p:cNvSpPr txBox="1"/>
          <p:nvPr>
            <p:ph type="title"/>
          </p:nvPr>
        </p:nvSpPr>
        <p:spPr>
          <a:xfrm>
            <a:off x="678871" y="685800"/>
            <a:ext cx="5417129" cy="1819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52"/>
          <p:cNvSpPr txBox="1"/>
          <p:nvPr>
            <p:ph idx="1" type="body"/>
          </p:nvPr>
        </p:nvSpPr>
        <p:spPr>
          <a:xfrm>
            <a:off x="678871" y="3276599"/>
            <a:ext cx="10827329" cy="2886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0" name="Google Shape;280;p52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52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2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2">
  <p:cSld name="Conclusion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3"/>
          <p:cNvSpPr txBox="1"/>
          <p:nvPr>
            <p:ph type="title"/>
          </p:nvPr>
        </p:nvSpPr>
        <p:spPr>
          <a:xfrm>
            <a:off x="678871" y="706305"/>
            <a:ext cx="6370507" cy="18420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53"/>
          <p:cNvSpPr txBox="1"/>
          <p:nvPr>
            <p:ph idx="1" type="body"/>
          </p:nvPr>
        </p:nvSpPr>
        <p:spPr>
          <a:xfrm>
            <a:off x="678871" y="2701660"/>
            <a:ext cx="6370507" cy="232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p53"/>
          <p:cNvSpPr txBox="1"/>
          <p:nvPr>
            <p:ph idx="10" type="dt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53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8871" y="694938"/>
            <a:ext cx="10825637" cy="7920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b="0" i="0" sz="2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78872" y="1676400"/>
            <a:ext cx="10825636" cy="4486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296">
          <p15:clr>
            <a:srgbClr val="F26B43"/>
          </p15:clr>
        </p15:guide>
        <p15:guide id="4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19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jpg"/><Relationship Id="rId4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jpg"/><Relationship Id="rId4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4"/>
          <p:cNvSpPr/>
          <p:nvPr/>
        </p:nvSpPr>
        <p:spPr>
          <a:xfrm>
            <a:off x="0" y="0"/>
            <a:ext cx="98070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9000">
                <a:schemeClr val="dk1"/>
              </a:gs>
              <a:gs pos="7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4" name="Google Shape;294;p54"/>
          <p:cNvSpPr txBox="1"/>
          <p:nvPr>
            <p:ph idx="1" type="subTitle"/>
          </p:nvPr>
        </p:nvSpPr>
        <p:spPr>
          <a:xfrm>
            <a:off x="0" y="2385750"/>
            <a:ext cx="5783100" cy="1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None/>
            </a:pPr>
            <a:r>
              <a:rPr b="1" i="1" lang="en-US" sz="2800">
                <a:latin typeface="Arial"/>
                <a:ea typeface="Arial"/>
                <a:cs typeface="Arial"/>
                <a:sym typeface="Arial"/>
              </a:rPr>
              <a:t>Brian Moses  </a:t>
            </a:r>
            <a:endParaRPr b="1" i="1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None/>
            </a:pPr>
            <a:r>
              <a:rPr i="1" lang="en-US" sz="2200">
                <a:latin typeface="Arial"/>
                <a:ea typeface="Arial"/>
                <a:cs typeface="Arial"/>
                <a:sym typeface="Arial"/>
              </a:rPr>
              <a:t>STEP 2026 Participant  </a:t>
            </a:r>
            <a:endParaRPr i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None/>
            </a:pPr>
            <a:r>
              <a:rPr i="1" lang="en-US" sz="2200">
                <a:latin typeface="Arial"/>
                <a:ea typeface="Arial"/>
                <a:cs typeface="Arial"/>
                <a:sym typeface="Arial"/>
              </a:rPr>
              <a:t>Digital Technology Support Specialist</a:t>
            </a:r>
            <a:br>
              <a:rPr i="1" lang="en-US" sz="2200">
                <a:latin typeface="Arial"/>
                <a:ea typeface="Arial"/>
                <a:cs typeface="Arial"/>
                <a:sym typeface="Arial"/>
              </a:rPr>
            </a:br>
            <a:r>
              <a:rPr i="1" lang="en-US" sz="2200">
                <a:latin typeface="Arial"/>
                <a:ea typeface="Arial"/>
                <a:cs typeface="Arial"/>
                <a:sym typeface="Arial"/>
              </a:rPr>
              <a:t>4 years at Synchrony</a:t>
            </a:r>
            <a:endParaRPr i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11A22"/>
              </a:buClr>
              <a:buSzPts val="760"/>
              <a:buNone/>
            </a:pPr>
            <a:r>
              <a:t/>
            </a:r>
            <a:endParaRPr b="1" i="1" sz="760">
              <a:solidFill>
                <a:srgbClr val="F11A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4"/>
          <p:cNvSpPr txBox="1"/>
          <p:nvPr>
            <p:ph type="ctrTitle"/>
          </p:nvPr>
        </p:nvSpPr>
        <p:spPr>
          <a:xfrm>
            <a:off x="-75575" y="850175"/>
            <a:ext cx="69261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C9"/>
              </a:buClr>
              <a:buSzPts val="2400"/>
              <a:buFont typeface="Arial"/>
              <a:buNone/>
            </a:pPr>
            <a:r>
              <a:rPr b="1" lang="en-US" sz="3800">
                <a:solidFill>
                  <a:srgbClr val="C81719"/>
                </a:solidFill>
                <a:latin typeface="Arial"/>
                <a:ea typeface="Arial"/>
                <a:cs typeface="Arial"/>
                <a:sym typeface="Arial"/>
              </a:rPr>
              <a:t>Optimizing My Performance</a:t>
            </a:r>
            <a:endParaRPr sz="3900">
              <a:solidFill>
                <a:srgbClr val="C81719"/>
              </a:solidFill>
            </a:endParaRPr>
          </a:p>
        </p:txBody>
      </p:sp>
      <p:sp>
        <p:nvSpPr>
          <p:cNvPr id="296" name="Google Shape;296;p54"/>
          <p:cNvSpPr txBox="1"/>
          <p:nvPr/>
        </p:nvSpPr>
        <p:spPr>
          <a:xfrm>
            <a:off x="5041200" y="5724550"/>
            <a:ext cx="71508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CCCCCC"/>
                </a:solidFill>
                <a:latin typeface="Avenir"/>
                <a:ea typeface="Avenir"/>
                <a:cs typeface="Avenir"/>
                <a:sym typeface="Avenir"/>
              </a:rPr>
              <a:t>“ One day you’ll leave this world behind, so live a life you will remember.” </a:t>
            </a:r>
            <a:r>
              <a:rPr i="1" lang="en-US" sz="1800">
                <a:solidFill>
                  <a:srgbClr val="CCCCCC"/>
                </a:solidFill>
                <a:latin typeface="Avenir"/>
                <a:ea typeface="Avenir"/>
                <a:cs typeface="Avenir"/>
                <a:sym typeface="Avenir"/>
              </a:rPr>
              <a:t>- </a:t>
            </a:r>
            <a:r>
              <a:rPr i="1" lang="en-US" sz="1800">
                <a:solidFill>
                  <a:srgbClr val="CCCCCC"/>
                </a:solidFill>
                <a:latin typeface="Avenir"/>
                <a:ea typeface="Avenir"/>
                <a:cs typeface="Avenir"/>
                <a:sym typeface="Avenir"/>
              </a:rPr>
              <a:t>Avicii</a:t>
            </a:r>
            <a:endParaRPr i="1" sz="1800">
              <a:solidFill>
                <a:srgbClr val="CCCCCC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5"/>
          <p:cNvSpPr/>
          <p:nvPr/>
        </p:nvSpPr>
        <p:spPr>
          <a:xfrm>
            <a:off x="28350" y="0"/>
            <a:ext cx="83523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35000">
                <a:schemeClr val="dk1"/>
              </a:gs>
              <a:gs pos="93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8AC9"/>
              </a:buClr>
              <a:buSzPts val="2400"/>
              <a:buFont typeface="Arial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02" name="Google Shape;302;p55" title="FamilyIgues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1400" y="0"/>
            <a:ext cx="4291226" cy="365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55" title="Finn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62625" y="0"/>
            <a:ext cx="2429375" cy="365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55" title="GriZ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62625" y="3659500"/>
            <a:ext cx="2429375" cy="319849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5"/>
          <p:cNvSpPr txBox="1"/>
          <p:nvPr>
            <p:ph idx="4294967295" type="ctrTitle"/>
          </p:nvPr>
        </p:nvSpPr>
        <p:spPr>
          <a:xfrm>
            <a:off x="0" y="41550"/>
            <a:ext cx="5471400" cy="1180800"/>
          </a:xfrm>
          <a:prstGeom prst="rect">
            <a:avLst/>
          </a:prstGeom>
          <a:gradFill>
            <a:gsLst>
              <a:gs pos="0">
                <a:schemeClr val="dk1"/>
              </a:gs>
              <a:gs pos="35000">
                <a:schemeClr val="dk1"/>
              </a:gs>
              <a:gs pos="93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C9"/>
              </a:buClr>
              <a:buSzPts val="2400"/>
              <a:buFont typeface="Arial"/>
              <a:buNone/>
            </a:pPr>
            <a:r>
              <a:rPr b="1" lang="en-US" sz="3800">
                <a:solidFill>
                  <a:srgbClr val="C81719"/>
                </a:solidFill>
                <a:latin typeface="Arial"/>
                <a:ea typeface="Arial"/>
                <a:cs typeface="Arial"/>
                <a:sym typeface="Arial"/>
              </a:rPr>
              <a:t>The Driver Behind the Wheel</a:t>
            </a:r>
            <a:endParaRPr sz="3800">
              <a:solidFill>
                <a:srgbClr val="C81719"/>
              </a:solidFill>
            </a:endParaRPr>
          </a:p>
        </p:txBody>
      </p:sp>
      <p:cxnSp>
        <p:nvCxnSpPr>
          <p:cNvPr id="306" name="Google Shape;306;p55"/>
          <p:cNvCxnSpPr/>
          <p:nvPr/>
        </p:nvCxnSpPr>
        <p:spPr>
          <a:xfrm>
            <a:off x="7228300" y="3111600"/>
            <a:ext cx="906900" cy="90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55"/>
          <p:cNvSpPr txBox="1"/>
          <p:nvPr/>
        </p:nvSpPr>
        <p:spPr>
          <a:xfrm>
            <a:off x="28350" y="1629675"/>
            <a:ext cx="5414700" cy="4863600"/>
          </a:xfrm>
          <a:prstGeom prst="rect">
            <a:avLst/>
          </a:prstGeom>
          <a:gradFill>
            <a:gsLst>
              <a:gs pos="0">
                <a:schemeClr val="dk1"/>
              </a:gs>
              <a:gs pos="35000">
                <a:schemeClr val="dk1"/>
              </a:gs>
              <a:gs pos="93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• </a:t>
            </a:r>
            <a:r>
              <a:rPr lang="en-US" sz="2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Driven by my family and the support </a:t>
            </a:r>
            <a:endParaRPr sz="24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system around me</a:t>
            </a:r>
            <a:endParaRPr sz="24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• </a:t>
            </a:r>
            <a:r>
              <a:rPr lang="en-US" sz="2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Passionate about performance, systems, and </a:t>
            </a:r>
            <a:r>
              <a:rPr lang="en-US" sz="2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continuous</a:t>
            </a:r>
            <a:r>
              <a:rPr lang="en-US" sz="2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improvement</a:t>
            </a:r>
            <a:endParaRPr sz="24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• </a:t>
            </a:r>
            <a:r>
              <a:rPr lang="en-US" sz="2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Hobbies include music, cars, PC gaming</a:t>
            </a:r>
            <a:endParaRPr sz="24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6"/>
          <p:cNvSpPr/>
          <p:nvPr/>
        </p:nvSpPr>
        <p:spPr>
          <a:xfrm>
            <a:off x="28350" y="0"/>
            <a:ext cx="76155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35000">
                <a:schemeClr val="dk1"/>
              </a:gs>
              <a:gs pos="93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8AC9"/>
              </a:buClr>
              <a:buSzPts val="2400"/>
              <a:buFont typeface="Arial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3" name="Google Shape;313;p56"/>
          <p:cNvSpPr txBox="1"/>
          <p:nvPr>
            <p:ph idx="4294967295" type="ctrTitle"/>
          </p:nvPr>
        </p:nvSpPr>
        <p:spPr>
          <a:xfrm>
            <a:off x="28350" y="207850"/>
            <a:ext cx="4819500" cy="797400"/>
          </a:xfrm>
          <a:prstGeom prst="rect">
            <a:avLst/>
          </a:prstGeom>
          <a:gradFill>
            <a:gsLst>
              <a:gs pos="0">
                <a:schemeClr val="dk1"/>
              </a:gs>
              <a:gs pos="35000">
                <a:schemeClr val="dk1"/>
              </a:gs>
              <a:gs pos="93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C9"/>
              </a:buClr>
              <a:buSzPts val="2400"/>
              <a:buFont typeface="Arial"/>
              <a:buNone/>
            </a:pPr>
            <a:r>
              <a:rPr b="1" lang="en-US" sz="3800">
                <a:solidFill>
                  <a:srgbClr val="C81719"/>
                </a:solidFill>
                <a:latin typeface="Arial"/>
                <a:ea typeface="Arial"/>
                <a:cs typeface="Arial"/>
                <a:sym typeface="Arial"/>
              </a:rPr>
              <a:t>Gaining Traction</a:t>
            </a:r>
            <a:endParaRPr sz="3800">
              <a:solidFill>
                <a:srgbClr val="C81719"/>
              </a:solidFill>
            </a:endParaRPr>
          </a:p>
        </p:txBody>
      </p:sp>
      <p:cxnSp>
        <p:nvCxnSpPr>
          <p:cNvPr id="314" name="Google Shape;314;p56"/>
          <p:cNvCxnSpPr/>
          <p:nvPr/>
        </p:nvCxnSpPr>
        <p:spPr>
          <a:xfrm>
            <a:off x="7228300" y="3111600"/>
            <a:ext cx="906900" cy="90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56"/>
          <p:cNvSpPr txBox="1"/>
          <p:nvPr/>
        </p:nvSpPr>
        <p:spPr>
          <a:xfrm>
            <a:off x="28350" y="2393700"/>
            <a:ext cx="4734600" cy="4464300"/>
          </a:xfrm>
          <a:prstGeom prst="rect">
            <a:avLst/>
          </a:prstGeom>
          <a:gradFill>
            <a:gsLst>
              <a:gs pos="0">
                <a:schemeClr val="dk1"/>
              </a:gs>
              <a:gs pos="35000">
                <a:schemeClr val="dk1"/>
              </a:gs>
              <a:gs pos="93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• Identified areas where my performance wasn’t gaining the traction needed to move forward </a:t>
            </a:r>
            <a:r>
              <a:rPr lang="en-US" sz="2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effectively</a:t>
            </a:r>
            <a:endParaRPr sz="24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• Communication, time management, and task prioritization are areas of Opportunities for improvement</a:t>
            </a:r>
            <a:endParaRPr sz="24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• Will increase productivity, alignment, and overall quality of my work</a:t>
            </a:r>
            <a:endParaRPr sz="24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3C39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7"/>
          <p:cNvSpPr txBox="1"/>
          <p:nvPr/>
        </p:nvSpPr>
        <p:spPr>
          <a:xfrm>
            <a:off x="4503890" y="321257"/>
            <a:ext cx="3859262" cy="580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C6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rgbClr val="FBC600"/>
                </a:solidFill>
                <a:latin typeface="Arial"/>
                <a:ea typeface="Arial"/>
                <a:cs typeface="Arial"/>
                <a:sym typeface="Arial"/>
              </a:rPr>
              <a:t>THE DRIVER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7"/>
          <p:cNvSpPr txBox="1"/>
          <p:nvPr/>
        </p:nvSpPr>
        <p:spPr>
          <a:xfrm>
            <a:off x="6095348" y="1425749"/>
            <a:ext cx="5283851" cy="3462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Brian Moses</a:t>
            </a:r>
            <a:b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Digital Technology Support Specialist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4 years at Synchrony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Automotive and Computer Enthusiast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EDM is my favorite music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Interest in Software QA Engineering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7"/>
          <p:cNvSpPr txBox="1"/>
          <p:nvPr/>
        </p:nvSpPr>
        <p:spPr>
          <a:xfrm>
            <a:off x="1661583" y="6139002"/>
            <a:ext cx="88709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b="0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One day, you'll leave this world behind, so live a life you will remember.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" </a:t>
            </a:r>
            <a:b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</a:t>
            </a:r>
            <a:r>
              <a:rPr b="0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Tim Bergling aka Avicii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erson in a suit and tie&#10;&#10;AI-generated content may be incorrect." id="323" name="Google Shape;323;p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5520" y="1013353"/>
            <a:ext cx="3348590" cy="4824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3C39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posing for a photo&#10;&#10;AI-generated content may be incorrect." id="328" name="Google Shape;32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5996" y="140122"/>
            <a:ext cx="4813078" cy="46588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wo dogs lying on a couch&#10;&#10;AI-generated content may be incorrect." id="329" name="Google Shape;329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8685" y="263830"/>
            <a:ext cx="5249333" cy="256465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58"/>
          <p:cNvSpPr txBox="1"/>
          <p:nvPr/>
        </p:nvSpPr>
        <p:spPr>
          <a:xfrm>
            <a:off x="1825935" y="3175117"/>
            <a:ext cx="3918349" cy="1988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Family</a:t>
            </a:r>
            <a:b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My wife, 5 children, 2 dogs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Children are 19, 18, 15, 14, and 12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Goldendoodle, 4, and Cockapoo, 5</a:t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1" name="Google Shape;331;p58"/>
          <p:cNvSpPr txBox="1"/>
          <p:nvPr/>
        </p:nvSpPr>
        <p:spPr>
          <a:xfrm>
            <a:off x="3572302" y="5513098"/>
            <a:ext cx="5055311" cy="580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C6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rgbClr val="FBC600"/>
                </a:solidFill>
                <a:latin typeface="Arial"/>
                <a:ea typeface="Arial"/>
                <a:cs typeface="Arial"/>
                <a:sym typeface="Arial"/>
              </a:rPr>
              <a:t>THE PASSENGERS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3C39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9"/>
          <p:cNvSpPr txBox="1"/>
          <p:nvPr>
            <p:ph type="title"/>
          </p:nvPr>
        </p:nvSpPr>
        <p:spPr>
          <a:xfrm>
            <a:off x="1208160" y="120702"/>
            <a:ext cx="3859262" cy="580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C600"/>
              </a:buClr>
              <a:buSzPts val="3200"/>
              <a:buFont typeface="Arial"/>
              <a:buNone/>
            </a:pPr>
            <a:r>
              <a:rPr b="1" lang="en-US" sz="3200" u="sng">
                <a:solidFill>
                  <a:srgbClr val="FBC600"/>
                </a:solidFill>
                <a:latin typeface="Arial"/>
                <a:ea typeface="Arial"/>
                <a:cs typeface="Arial"/>
                <a:sym typeface="Arial"/>
              </a:rPr>
              <a:t>THE ENGINE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853" l="0" r="1" t="5851"/>
          <a:stretch/>
        </p:blipFill>
        <p:spPr>
          <a:xfrm>
            <a:off x="468166" y="806193"/>
            <a:ext cx="5327961" cy="4064987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59"/>
          <p:cNvSpPr txBox="1"/>
          <p:nvPr/>
        </p:nvSpPr>
        <p:spPr>
          <a:xfrm>
            <a:off x="6338558" y="803475"/>
            <a:ext cx="5608423" cy="50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Skills Overview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Technical Troubleshooting &amp; Root Cause Analysis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Networking and Systems Knowledge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User Centric Thinking &amp; Communications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General Knowledge of CompTIA N10-009 Network+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b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Former ASE Certified/GM Certified Maintenance Tech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High priority/Medical Courier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Caterpillar Logistics Leadership Development Team</a:t>
            </a:r>
            <a:br>
              <a:rPr b="1" i="0" lang="en-US" sz="1800" u="sng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</a:br>
            <a:endParaRPr b="0" i="0" sz="16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9" name="Google Shape;339;p59"/>
          <p:cNvSpPr txBox="1"/>
          <p:nvPr/>
        </p:nvSpPr>
        <p:spPr>
          <a:xfrm>
            <a:off x="710513" y="5189837"/>
            <a:ext cx="4726459" cy="83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ERG Networks</a:t>
            </a:r>
            <a:b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EN+ • BE+ • VN+ • APEN+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3C39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0"/>
          <p:cNvSpPr txBox="1"/>
          <p:nvPr>
            <p:ph type="title"/>
          </p:nvPr>
        </p:nvSpPr>
        <p:spPr>
          <a:xfrm>
            <a:off x="678872" y="4821051"/>
            <a:ext cx="4348764" cy="1146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C600"/>
              </a:buClr>
              <a:buSzPts val="3200"/>
              <a:buFont typeface="Arial"/>
              <a:buNone/>
            </a:pPr>
            <a:r>
              <a:rPr b="1" lang="en-US" sz="3200" u="sng">
                <a:solidFill>
                  <a:srgbClr val="FBC600"/>
                </a:solidFill>
                <a:latin typeface="Arial"/>
                <a:ea typeface="Arial"/>
                <a:cs typeface="Arial"/>
                <a:sym typeface="Arial"/>
              </a:rPr>
              <a:t>THE ROUTINE MAINTENANCE</a:t>
            </a:r>
            <a:endParaRPr/>
          </a:p>
        </p:txBody>
      </p:sp>
      <p:pic>
        <p:nvPicPr>
          <p:cNvPr id="345" name="Google Shape;345;p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2623" l="0" r="-1" t="22029"/>
          <a:stretch/>
        </p:blipFill>
        <p:spPr>
          <a:xfrm>
            <a:off x="678871" y="293460"/>
            <a:ext cx="10817685" cy="368941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60"/>
          <p:cNvSpPr txBox="1"/>
          <p:nvPr>
            <p:ph idx="1" type="body"/>
          </p:nvPr>
        </p:nvSpPr>
        <p:spPr>
          <a:xfrm>
            <a:off x="5020320" y="4089942"/>
            <a:ext cx="6473759" cy="2612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n-US" sz="1800" u="sng">
                <a:latin typeface="Arial"/>
                <a:ea typeface="Arial"/>
                <a:cs typeface="Arial"/>
                <a:sym typeface="Arial"/>
              </a:rPr>
              <a:t>Meet the Technicians</a:t>
            </a:r>
            <a:br>
              <a:rPr b="1" lang="en-US" sz="1800" u="sng">
                <a:latin typeface="Arial"/>
                <a:ea typeface="Arial"/>
                <a:cs typeface="Arial"/>
                <a:sym typeface="Arial"/>
              </a:rPr>
            </a:br>
            <a:br>
              <a:rPr b="1" lang="en-US" sz="1800" u="sng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Heath Starcher, DTECH Support Operations Manager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Noah Banks, Senior Analyst, Production Support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Ernest Reed, VP Performance and Availability Assurance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Chelsey Vawter, Senior Specialist, Fraud Mitigation REW</a:t>
            </a:r>
            <a:br>
              <a:rPr b="1" lang="en-US" sz="1600" u="sng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Eric Montalvo, AVP DTECH Support Manager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3C39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1"/>
          <p:cNvSpPr txBox="1"/>
          <p:nvPr>
            <p:ph type="title"/>
          </p:nvPr>
        </p:nvSpPr>
        <p:spPr>
          <a:xfrm>
            <a:off x="7495681" y="77093"/>
            <a:ext cx="3032276" cy="61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C600"/>
              </a:buClr>
              <a:buSzPts val="3200"/>
              <a:buFont typeface="Arial"/>
              <a:buNone/>
            </a:pPr>
            <a:r>
              <a:rPr b="1" lang="en-US" sz="3200" u="sng" cap="none">
                <a:solidFill>
                  <a:srgbClr val="FBC6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3200" u="sng">
                <a:solidFill>
                  <a:srgbClr val="FBC600"/>
                </a:solidFill>
                <a:latin typeface="Arial"/>
                <a:ea typeface="Arial"/>
                <a:cs typeface="Arial"/>
                <a:sym typeface="Arial"/>
              </a:rPr>
              <a:t>ROAD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1"/>
          <p:cNvSpPr txBox="1"/>
          <p:nvPr/>
        </p:nvSpPr>
        <p:spPr>
          <a:xfrm>
            <a:off x="523972" y="692162"/>
            <a:ext cx="5325358" cy="4894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Roles at Synchrony</a:t>
            </a:r>
            <a:b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16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Customer Service Representative, Sam's Club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Senior Representative, Digital Technology Support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E.M.O.B. Pilot Team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Professional Development</a:t>
            </a:r>
            <a:b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Fall 2025 GEAR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BE+ 2025 GIFTED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CWC Toastmasters 2025 Speechcraft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car parked on concrete&#10;&#10;AI-generated content may be incorrect." id="353" name="Google Shape;353;p6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9576" y="819870"/>
            <a:ext cx="5825162" cy="464282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61"/>
          <p:cNvSpPr txBox="1"/>
          <p:nvPr/>
        </p:nvSpPr>
        <p:spPr>
          <a:xfrm>
            <a:off x="6349330" y="5907508"/>
            <a:ext cx="53213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b="0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jack of all trades is a master of none, but oftentimes better than a master of one.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"</a:t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3C39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2"/>
          <p:cNvSpPr txBox="1"/>
          <p:nvPr>
            <p:ph type="title"/>
          </p:nvPr>
        </p:nvSpPr>
        <p:spPr>
          <a:xfrm>
            <a:off x="6098911" y="347681"/>
            <a:ext cx="5807191" cy="6890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C600"/>
              </a:buClr>
              <a:buSzPts val="3200"/>
              <a:buFont typeface="Arial"/>
              <a:buNone/>
            </a:pPr>
            <a:r>
              <a:rPr b="1" lang="en-US" sz="3200" u="sng">
                <a:solidFill>
                  <a:srgbClr val="FBC600"/>
                </a:solidFill>
                <a:latin typeface="Arial"/>
                <a:ea typeface="Arial"/>
                <a:cs typeface="Arial"/>
                <a:sym typeface="Arial"/>
              </a:rPr>
              <a:t>THE WORKSHOP</a:t>
            </a:r>
            <a:endParaRPr/>
          </a:p>
        </p:txBody>
      </p:sp>
      <p:pic>
        <p:nvPicPr>
          <p:cNvPr id="360" name="Google Shape;360;p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" l="13718" r="20592" t="0"/>
          <a:stretch/>
        </p:blipFill>
        <p:spPr>
          <a:xfrm>
            <a:off x="687493" y="687492"/>
            <a:ext cx="4516298" cy="548301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62"/>
          <p:cNvSpPr txBox="1"/>
          <p:nvPr>
            <p:ph idx="1" type="body"/>
          </p:nvPr>
        </p:nvSpPr>
        <p:spPr>
          <a:xfrm>
            <a:off x="5512486" y="1531203"/>
            <a:ext cx="5806670" cy="4638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n-US" u="sng">
                <a:latin typeface="Arial"/>
                <a:ea typeface="Arial"/>
                <a:cs typeface="Arial"/>
                <a:sym typeface="Arial"/>
              </a:rPr>
              <a:t>Current Developments/Activities</a:t>
            </a:r>
            <a:br>
              <a:rPr b="1" lang="en-US" u="sng">
                <a:latin typeface="Arial"/>
                <a:ea typeface="Arial"/>
                <a:cs typeface="Arial"/>
                <a:sym typeface="Arial"/>
              </a:rPr>
            </a:br>
            <a:br>
              <a:rPr b="1" lang="en-US" u="sng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CWC STEP 2026 Participant</a:t>
            </a:r>
            <a:br>
              <a:rPr b="1" lang="en-US" u="sng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STEP Video Project Presentation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Leadership Skills through SDLE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Team building skills with CWC STEP 2026 Cohort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Development By Doing Seminar Presentations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Mentoring a co-worker for their own development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Always Networking and Engaging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User Acceptance Testing Global Project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Presentation/Speaking Skills with Toastmasters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3C39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3"/>
          <p:cNvSpPr txBox="1"/>
          <p:nvPr>
            <p:ph type="title"/>
          </p:nvPr>
        </p:nvSpPr>
        <p:spPr>
          <a:xfrm>
            <a:off x="3664308" y="76410"/>
            <a:ext cx="5990747" cy="618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C600"/>
              </a:buClr>
              <a:buSzPts val="3200"/>
              <a:buFont typeface="Arial"/>
              <a:buNone/>
            </a:pPr>
            <a:r>
              <a:rPr b="1" lang="en-US" sz="3200" u="sng">
                <a:solidFill>
                  <a:srgbClr val="FBC600"/>
                </a:solidFill>
                <a:latin typeface="Arial"/>
                <a:ea typeface="Arial"/>
                <a:cs typeface="Arial"/>
                <a:sym typeface="Arial"/>
              </a:rPr>
              <a:t>THE DESTINATION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car parked in front of a stone wall&#10;&#10;AI-generated content may be incorrect." id="367" name="Google Shape;36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59" y="1711680"/>
            <a:ext cx="5661345" cy="367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sports car parked on concrete&#10;&#10;AI-generated content may be incorrect." id="368" name="Google Shape;368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5385" y="2076273"/>
            <a:ext cx="6121957" cy="2944994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63"/>
          <p:cNvSpPr txBox="1"/>
          <p:nvPr/>
        </p:nvSpPr>
        <p:spPr>
          <a:xfrm>
            <a:off x="1283129" y="819338"/>
            <a:ext cx="3512994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Cincinnati West Chester, Ohio</a:t>
            </a:r>
            <a:br>
              <a:rPr b="1" lang="en-US" sz="1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STEP Level I, II, III</a:t>
            </a:r>
            <a:endParaRPr/>
          </a:p>
        </p:txBody>
      </p:sp>
      <p:sp>
        <p:nvSpPr>
          <p:cNvPr id="370" name="Google Shape;370;p63"/>
          <p:cNvSpPr txBox="1"/>
          <p:nvPr/>
        </p:nvSpPr>
        <p:spPr>
          <a:xfrm>
            <a:off x="7793889" y="819338"/>
            <a:ext cx="2654539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Stamford, Connecticut</a:t>
            </a:r>
            <a:br>
              <a:rPr lang="en-US" sz="1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STEP Level IV</a:t>
            </a:r>
            <a:endParaRPr/>
          </a:p>
        </p:txBody>
      </p:sp>
      <p:sp>
        <p:nvSpPr>
          <p:cNvPr id="371" name="Google Shape;371;p63"/>
          <p:cNvSpPr txBox="1"/>
          <p:nvPr/>
        </p:nvSpPr>
        <p:spPr>
          <a:xfrm>
            <a:off x="921956" y="5653643"/>
            <a:ext cx="1010276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 </a:t>
            </a:r>
            <a:r>
              <a:rPr i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I can live through this next six months, day by day. What comes next will be marvelous.</a:t>
            </a: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"</a:t>
            </a:r>
            <a:b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 - </a:t>
            </a:r>
            <a:r>
              <a:rPr b="1" i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Marea Stamper, Marea (We've lost dancing) by Fred Again..</a:t>
            </a:r>
            <a:endParaRPr i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2" name="Google Shape;372;p63"/>
          <p:cNvSpPr txBox="1"/>
          <p:nvPr/>
        </p:nvSpPr>
        <p:spPr>
          <a:xfrm>
            <a:off x="7794022" y="1525608"/>
            <a:ext cx="31009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Edit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orthern lights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